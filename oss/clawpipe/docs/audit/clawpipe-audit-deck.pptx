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ClawPipe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Routing</c:v>
                  </c:pt>
                  <c:pt idx="1">
                    <c:v>Cost reduction</c:v>
                  </c:pt>
                  <c:pt idx="2">
                    <c:v>Observability</c:v>
                  </c:pt>
                  <c:pt idx="3">
                    <c:v>Safety</c:v>
                  </c:pt>
                  <c:pt idx="4">
                    <c:v>Breadth</c:v>
                  </c:pt>
                  <c:pt idx="5">
                    <c:v>OSS / Self-host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3</c:v>
                </c:pt>
                <c:pt idx="3">
                  <c:v>1</c:v>
                </c:pt>
                <c:pt idx="4">
                  <c:v>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Portkey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Routing</c:v>
                  </c:pt>
                  <c:pt idx="1">
                    <c:v>Cost reduction</c:v>
                  </c:pt>
                  <c:pt idx="2">
                    <c:v>Observability</c:v>
                  </c:pt>
                  <c:pt idx="3">
                    <c:v>Safety</c:v>
                  </c:pt>
                  <c:pt idx="4">
                    <c:v>Breadth</c:v>
                  </c:pt>
                  <c:pt idx="5">
                    <c:v>OSS / Self-host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Helicone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Routing</c:v>
                  </c:pt>
                  <c:pt idx="1">
                    <c:v>Cost reduction</c:v>
                  </c:pt>
                  <c:pt idx="2">
                    <c:v>Observability</c:v>
                  </c:pt>
                  <c:pt idx="3">
                    <c:v>Safety</c:v>
                  </c:pt>
                  <c:pt idx="4">
                    <c:v>Breadth</c:v>
                  </c:pt>
                  <c:pt idx="5">
                    <c:v>OSS / Self-host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OpenRouter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Routing</c:v>
                  </c:pt>
                  <c:pt idx="1">
                    <c:v>Cost reduction</c:v>
                  </c:pt>
                  <c:pt idx="2">
                    <c:v>Observability</c:v>
                  </c:pt>
                  <c:pt idx="3">
                    <c:v>Safety</c:v>
                  </c:pt>
                  <c:pt idx="4">
                    <c:v>Breadth</c:v>
                  </c:pt>
                  <c:pt idx="5">
                    <c:v>OSS / Self-host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5</c:v>
                </c:pt>
                <c:pt idx="5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LiteLLM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Routing</c:v>
                  </c:pt>
                  <c:pt idx="1">
                    <c:v>Cost reduction</c:v>
                  </c:pt>
                  <c:pt idx="2">
                    <c:v>Observability</c:v>
                  </c:pt>
                  <c:pt idx="3">
                    <c:v>Safety</c:v>
                  </c:pt>
                  <c:pt idx="4">
                    <c:v>Breadth</c:v>
                  </c:pt>
                  <c:pt idx="5">
                    <c:v>OSS / Self-host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D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D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91440" cy="2194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ClawPipe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Report — 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marketing, and competitive posture as of April 22,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Shachar (founder) ·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SDK, gateway, landing page, competitive gaps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Rerunnable test suite ships at tests/audit/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one-slide 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is genuinely differentiated. Six fixable drift bugs are undercutting credibility.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647 / 647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unit tests passing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test coverage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2344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716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4747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↔ code drift bugs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pricing, dead links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23444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63550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differentiator: Booster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ships this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8229600" cy="16002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actions, in priority order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" y="3520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 the drift.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pricing, and GitHub CTAs must be identical across site and code.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Reframe the hero.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Booster — 'the gateway that skips the LLM entirely.'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Publish benchmarks.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exist in /benchmarks; visitors never see them.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ClawPipe actually 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pipeline — not just a proxy. Six stages, one SDK + gateway.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Booster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LLM for trivial prompts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2344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Packer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2044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context to cut tokens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2344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Cache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semantic dedup (local + KV)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92608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Router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008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provider selection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37560" y="292608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089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33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Gateway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52044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providers, SigV4 + JWT signing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292608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089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Learner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40080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Outcome-weighted routing scores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Promises vs. reality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pitch checks out. The marketing ↔ code drift is where credibility leaks.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411480"/>
          </a:xfrm>
          <a:prstGeom prst="rect">
            <a:avLst/>
          </a:prstGeom>
          <a:solidFill>
            <a:srgbClr val="0F8B67"/>
          </a:solidFill>
          <a:ln w="12700">
            <a:solidFill>
              <a:srgbClr val="0F8B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rules deterministically skip LLM calls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operational (local + KV)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provider integrations incl. Bedrock SigV4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router updates D1 weights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 shim (drop-in baseURL)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shipped @ v3.2.0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 SDK tests, 58 gateway tests — all pass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solidFill>
            <a:srgbClr val="B3332A"/>
          </a:solidFill>
          <a:ln w="12700">
            <a:solidFill>
              <a:srgbClr val="B33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softwareVersion: 3.0.0 (SDK is 3.6.0)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pricing card: 500/day, rest of page: 1,000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Offer prices stale (Pro $49/Team $149 gone)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'Star on GitHub' → finsavvyai/clawpipe (404)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'See benchmarks' → same dead GitHub URL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demo.mp4 uploaded but never embedded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providers shipped but not in README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vendors anchor the AI-gateway category. Each owns one axis.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910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 price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margin marketplace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39696" y="1234440"/>
            <a:ext cx="15910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31136" y="12801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Portkey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31136" y="1600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breadth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31136" y="18745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models + guardrails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22192" y="1234440"/>
            <a:ext cx="15910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13632" y="12801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Helicone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13632" y="1600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UX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13632" y="18745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Logs-first, $20/seat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04688" y="1234440"/>
            <a:ext cx="15910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96128" y="12801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96128" y="1600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native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96128" y="18745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Tracing-heavy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87184" y="1234440"/>
            <a:ext cx="15910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78624" y="12801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LiteLLM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78624" y="16002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78624" y="187452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self-host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822960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8892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2743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ClawPipe's axis: pre-LLM cost avoidance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40080" y="32461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gateway with a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Booster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can respond without a provider call.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gateway with a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router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a static fallback chain).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runs the pipeline locally first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part of the savings never leave the client.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parity 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Self-scored 0–5 per category across five comparators. Areas to close: safety, observability, OSS.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leads on Routing + Cost reduction; trails on Safety and OSS.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anchors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ClawPipe's paid floor ($79) is higher than every SaaS competitor. Free tier is competitive if we fix the drift.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Vendor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Free tier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Starter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Top listed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ClawPipe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calls/day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$79/mo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$2,500/mo (Enterprise)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Pay-as-you-go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 req/mo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$249/mo + 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Helicone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 logs/mo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$20/user/mo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traces/mo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$39/user/mo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(OSS)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$50/mo hosted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Reframe: emphasise volume (1,000 calls/day ≈ 30k/mo) vs. Portkey's 10k/mo free ceiling.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— UX &amp; marketing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architecture is sound. The friction is self-inflicted.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ROI calculator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structured data present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17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anchor on ‘Most Popular’ Growth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via Cloudflare _headers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86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logo strip (6 claimed providers)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</a:t>
            </a:r>
            <a:endParaRPr lang="en-US" sz="1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64592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749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copy is commodity positioning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14884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749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quota contradicts itself</a:t>
            </a:r>
            <a:endParaRPr lang="en-US" sz="12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2651760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749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benchmark CTAs 404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154680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0749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prices stale (SEO harm)</a:t>
            </a:r>
            <a:endParaRPr lang="en-US" sz="12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3657600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0749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demo.mp4 ships but isn't embedded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27" name="Text 15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ships as a rerunnable test suite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tiers. Zero dependencies. Enforces every finding above in CI.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checks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3075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Repo-local: version drift, pricing consistency, 200-line rule, secrets scan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1691640" cy="365760"/>
          </a:xfrm>
          <a:prstGeom prst="rect">
            <a:avLst/>
          </a:prstGeom>
          <a:solidFill>
            <a:srgbClr val="B3332A"/>
          </a:solidFill>
          <a:ln w="12700">
            <a:solidFill>
              <a:srgbClr val="B33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 pass (6 real drift)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066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705 tests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11226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sdk/ + gateway/ vitest; also runs tsc --noEmit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2176272"/>
            <a:ext cx="1691640" cy="365760"/>
          </a:xfrm>
          <a:prstGeom prst="rect">
            <a:avLst/>
          </a:prstGeom>
          <a:solidFill>
            <a:srgbClr val="0F8B67"/>
          </a:solidFill>
          <a:ln w="12700">
            <a:solidFill>
              <a:srgbClr val="0F8B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1762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705/705 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871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163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probes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9169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site: TTFB, HSTS, robots.txt, sitemap.xml, llms.txt, /privacy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980944"/>
            <a:ext cx="1691640" cy="365760"/>
          </a:xfrm>
          <a:prstGeom prst="rect">
            <a:avLst/>
          </a:prstGeom>
          <a:solidFill>
            <a:srgbClr val="CC7A1F"/>
          </a:solidFill>
          <a:ln w="12700">
            <a:solidFill>
              <a:srgbClr val="CC7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egress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02736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probes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7216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api.clawpipe.ai: /health, CORS, unauth 401s, authed /v1/prompt cost meta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3785616"/>
            <a:ext cx="1691640" cy="365760"/>
          </a:xfrm>
          <a:prstGeom prst="rect">
            <a:avLst/>
          </a:prstGeom>
          <a:solidFill>
            <a:srgbClr val="CC7A1F"/>
          </a:solidFill>
          <a:ln w="12700">
            <a:solidFill>
              <a:srgbClr val="CC7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785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API key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tests/audit &amp;&amp; node run-all.mjs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Prioritised fix 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credibility bugs ship in a day. The competitive work takes a quarter.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743200" cy="365760"/>
          </a:xfrm>
          <a:prstGeom prst="rect">
            <a:avLst/>
          </a:prstGeom>
          <a:solidFill>
            <a:srgbClr val="B3332A"/>
          </a:solidFill>
          <a:ln w="12700">
            <a:solidFill>
              <a:srgbClr val="B33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(credibility)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JSON-LD softwareVersion to 3.6.0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Canonicalise free-tier quota at 1,000 calls/day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JSON-LD Offer prices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/ remove GitHub + benchmarks CTAs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demo.mp4 in hero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34440"/>
            <a:ext cx="2743200" cy="365760"/>
          </a:xfrm>
          <a:prstGeom prst="rect">
            <a:avLst/>
          </a:prstGeom>
          <a:solidFill>
            <a:srgbClr val="CC7A1F"/>
          </a:solidFill>
          <a:ln w="12700">
            <a:solidFill>
              <a:srgbClr val="CC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(positioning)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hero around Booster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/benchmarks page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README with all 22 providers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CLAUDE.md stats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3444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quarter (competitive)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guardrails module (PII + injection)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dashboard to Helicone-grade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OSS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ClawPipe Audit · April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91440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ClawPipe should tell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only AI gateway that can answer without calling an LLM."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routes. Everyone caches. Everyone observes.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ClawPipe skips the model entirely when it can.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drift. Show the benchmarks. Lead with the Booster.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tests/audit/  ·  AUDIT-REPORT.md  ·  clawpipe-competitor-matrix.xlsx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ClawPipe Audit — Executive Summary</dc:title>
  <dc:subject>PptxGenJS Presentation</dc:subject>
  <dc:creator>Cowork Audit</dc:creator>
  <cp:lastModifiedBy>Cowork Audit</cp:lastModifiedBy>
  <cp:revision>1</cp:revision>
  <dcterms:created xsi:type="dcterms:W3CDTF">2026-04-22T09:23:45Z</dcterms:created>
  <dcterms:modified xsi:type="dcterms:W3CDTF">2026-04-22T09:23:45Z</dcterms:modified>
</cp:coreProperties>
</file>